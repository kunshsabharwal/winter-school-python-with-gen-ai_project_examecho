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3" r:id="rId4"/>
    <p:sldId id="273" r:id="rId5"/>
    <p:sldId id="272" r:id="rId6"/>
    <p:sldId id="274" r:id="rId7"/>
  </p:sldIdLst>
  <p:sldSz cx="18288000" cy="10287000"/>
  <p:notesSz cx="6858000" cy="9144000"/>
  <p:embeddedFontLst>
    <p:embeddedFont>
      <p:font typeface="Glock Grotesk" panose="020B0604020202020204" charset="0"/>
      <p:regular r:id="rId8"/>
    </p:embeddedFont>
    <p:embeddedFont>
      <p:font typeface="Work Sans" panose="020F0502020204030204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22" autoAdjust="0"/>
  </p:normalViewPr>
  <p:slideViewPr>
    <p:cSldViewPr>
      <p:cViewPr varScale="1">
        <p:scale>
          <a:sx n="59" d="100"/>
          <a:sy n="59" d="100"/>
        </p:scale>
        <p:origin x="1052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esh Upadhyay" userId="493ccd8a281610da" providerId="LiveId" clId="{5F8EB741-1C1F-4965-8DD7-900A95402F4C}"/>
    <pc:docChg chg="undo custSel addSld delSld modSld sldOrd">
      <pc:chgData name="Bhavesh Upadhyay" userId="493ccd8a281610da" providerId="LiveId" clId="{5F8EB741-1C1F-4965-8DD7-900A95402F4C}" dt="2026-01-16T09:24:42.050" v="392" actId="14100"/>
      <pc:docMkLst>
        <pc:docMk/>
      </pc:docMkLst>
      <pc:sldChg chg="delSp modSp mod">
        <pc:chgData name="Bhavesh Upadhyay" userId="493ccd8a281610da" providerId="LiveId" clId="{5F8EB741-1C1F-4965-8DD7-900A95402F4C}" dt="2026-01-16T09:21:10.547" v="349" actId="108"/>
        <pc:sldMkLst>
          <pc:docMk/>
          <pc:sldMk cId="0" sldId="256"/>
        </pc:sldMkLst>
        <pc:spChg chg="mod">
          <ac:chgData name="Bhavesh Upadhyay" userId="493ccd8a281610da" providerId="LiveId" clId="{5F8EB741-1C1F-4965-8DD7-900A95402F4C}" dt="2026-01-16T08:26:34.202" v="32" actId="113"/>
          <ac:spMkLst>
            <pc:docMk/>
            <pc:sldMk cId="0" sldId="256"/>
            <ac:spMk id="4" creationId="{00000000-0000-0000-0000-000000000000}"/>
          </ac:spMkLst>
        </pc:spChg>
        <pc:spChg chg="mod">
          <ac:chgData name="Bhavesh Upadhyay" userId="493ccd8a281610da" providerId="LiveId" clId="{5F8EB741-1C1F-4965-8DD7-900A95402F4C}" dt="2026-01-16T09:21:10.547" v="349" actId="108"/>
          <ac:spMkLst>
            <pc:docMk/>
            <pc:sldMk cId="0" sldId="256"/>
            <ac:spMk id="8" creationId="{00000000-0000-0000-0000-000000000000}"/>
          </ac:spMkLst>
        </pc:spChg>
        <pc:spChg chg="del">
          <ac:chgData name="Bhavesh Upadhyay" userId="493ccd8a281610da" providerId="LiveId" clId="{5F8EB741-1C1F-4965-8DD7-900A95402F4C}" dt="2026-01-16T07:31:11.842" v="0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Bhavesh Upadhyay" userId="493ccd8a281610da" providerId="LiveId" clId="{5F8EB741-1C1F-4965-8DD7-900A95402F4C}" dt="2026-01-16T07:31:16.189" v="1" actId="478"/>
          <ac:spMkLst>
            <pc:docMk/>
            <pc:sldMk cId="0" sldId="256"/>
            <ac:spMk id="10" creationId="{00000000-0000-0000-0000-000000000000}"/>
          </ac:spMkLst>
        </pc:spChg>
        <pc:grpChg chg="del">
          <ac:chgData name="Bhavesh Upadhyay" userId="493ccd8a281610da" providerId="LiveId" clId="{5F8EB741-1C1F-4965-8DD7-900A95402F4C}" dt="2026-01-16T07:31:18.424" v="2" actId="478"/>
          <ac:grpSpMkLst>
            <pc:docMk/>
            <pc:sldMk cId="0" sldId="256"/>
            <ac:grpSpMk id="5" creationId="{00000000-0000-0000-0000-000000000000}"/>
          </ac:grpSpMkLst>
        </pc:grpChg>
      </pc:sldChg>
      <pc:sldChg chg="del">
        <pc:chgData name="Bhavesh Upadhyay" userId="493ccd8a281610da" providerId="LiveId" clId="{5F8EB741-1C1F-4965-8DD7-900A95402F4C}" dt="2026-01-16T09:22:00.081" v="353" actId="47"/>
        <pc:sldMkLst>
          <pc:docMk/>
          <pc:sldMk cId="0" sldId="257"/>
        </pc:sldMkLst>
      </pc:sldChg>
      <pc:sldChg chg="modSp mod ord">
        <pc:chgData name="Bhavesh Upadhyay" userId="493ccd8a281610da" providerId="LiveId" clId="{5F8EB741-1C1F-4965-8DD7-900A95402F4C}" dt="2026-01-16T08:51:45.218" v="210"/>
        <pc:sldMkLst>
          <pc:docMk/>
          <pc:sldMk cId="0" sldId="258"/>
        </pc:sldMkLst>
        <pc:spChg chg="mod">
          <ac:chgData name="Bhavesh Upadhyay" userId="493ccd8a281610da" providerId="LiveId" clId="{5F8EB741-1C1F-4965-8DD7-900A95402F4C}" dt="2026-01-16T08:38:26.598" v="106" actId="113"/>
          <ac:spMkLst>
            <pc:docMk/>
            <pc:sldMk cId="0" sldId="258"/>
            <ac:spMk id="3" creationId="{00000000-0000-0000-0000-000000000000}"/>
          </ac:spMkLst>
        </pc:spChg>
        <pc:spChg chg="mod">
          <ac:chgData name="Bhavesh Upadhyay" userId="493ccd8a281610da" providerId="LiveId" clId="{5F8EB741-1C1F-4965-8DD7-900A95402F4C}" dt="2026-01-16T08:35:50.198" v="88" actId="1076"/>
          <ac:spMkLst>
            <pc:docMk/>
            <pc:sldMk cId="0" sldId="258"/>
            <ac:spMk id="4" creationId="{00000000-0000-0000-0000-000000000000}"/>
          </ac:spMkLst>
        </pc:spChg>
      </pc:sldChg>
      <pc:sldChg chg="del">
        <pc:chgData name="Bhavesh Upadhyay" userId="493ccd8a281610da" providerId="LiveId" clId="{5F8EB741-1C1F-4965-8DD7-900A95402F4C}" dt="2026-01-16T09:22:00.081" v="353" actId="47"/>
        <pc:sldMkLst>
          <pc:docMk/>
          <pc:sldMk cId="0" sldId="259"/>
        </pc:sldMkLst>
      </pc:sldChg>
      <pc:sldChg chg="del">
        <pc:chgData name="Bhavesh Upadhyay" userId="493ccd8a281610da" providerId="LiveId" clId="{5F8EB741-1C1F-4965-8DD7-900A95402F4C}" dt="2026-01-16T09:22:00.081" v="353" actId="47"/>
        <pc:sldMkLst>
          <pc:docMk/>
          <pc:sldMk cId="0" sldId="260"/>
        </pc:sldMkLst>
      </pc:sldChg>
      <pc:sldChg chg="del">
        <pc:chgData name="Bhavesh Upadhyay" userId="493ccd8a281610da" providerId="LiveId" clId="{5F8EB741-1C1F-4965-8DD7-900A95402F4C}" dt="2026-01-16T09:22:00.081" v="353" actId="47"/>
        <pc:sldMkLst>
          <pc:docMk/>
          <pc:sldMk cId="0" sldId="261"/>
        </pc:sldMkLst>
      </pc:sldChg>
      <pc:sldChg chg="del">
        <pc:chgData name="Bhavesh Upadhyay" userId="493ccd8a281610da" providerId="LiveId" clId="{5F8EB741-1C1F-4965-8DD7-900A95402F4C}" dt="2026-01-16T09:22:00.081" v="353" actId="47"/>
        <pc:sldMkLst>
          <pc:docMk/>
          <pc:sldMk cId="0" sldId="262"/>
        </pc:sldMkLst>
      </pc:sldChg>
      <pc:sldChg chg="addSp delSp modSp mod ord">
        <pc:chgData name="Bhavesh Upadhyay" userId="493ccd8a281610da" providerId="LiveId" clId="{5F8EB741-1C1F-4965-8DD7-900A95402F4C}" dt="2026-01-16T09:14:32.520" v="320" actId="1076"/>
        <pc:sldMkLst>
          <pc:docMk/>
          <pc:sldMk cId="0" sldId="263"/>
        </pc:sldMkLst>
        <pc:spChg chg="add del mod">
          <ac:chgData name="Bhavesh Upadhyay" userId="493ccd8a281610da" providerId="LiveId" clId="{5F8EB741-1C1F-4965-8DD7-900A95402F4C}" dt="2026-01-16T09:11:33.819" v="280" actId="1076"/>
          <ac:spMkLst>
            <pc:docMk/>
            <pc:sldMk cId="0" sldId="263"/>
            <ac:spMk id="14" creationId="{00000000-0000-0000-0000-000000000000}"/>
          </ac:spMkLst>
        </pc:spChg>
        <pc:spChg chg="del mod">
          <ac:chgData name="Bhavesh Upadhyay" userId="493ccd8a281610da" providerId="LiveId" clId="{5F8EB741-1C1F-4965-8DD7-900A95402F4C}" dt="2026-01-16T07:32:36.673" v="7" actId="478"/>
          <ac:spMkLst>
            <pc:docMk/>
            <pc:sldMk cId="0" sldId="263"/>
            <ac:spMk id="15" creationId="{00000000-0000-0000-0000-000000000000}"/>
          </ac:spMkLst>
        </pc:spChg>
        <pc:spChg chg="mod">
          <ac:chgData name="Bhavesh Upadhyay" userId="493ccd8a281610da" providerId="LiveId" clId="{5F8EB741-1C1F-4965-8DD7-900A95402F4C}" dt="2026-01-16T08:51:11.457" v="204" actId="1076"/>
          <ac:spMkLst>
            <pc:docMk/>
            <pc:sldMk cId="0" sldId="263"/>
            <ac:spMk id="16" creationId="{00000000-0000-0000-0000-000000000000}"/>
          </ac:spMkLst>
        </pc:spChg>
        <pc:spChg chg="del">
          <ac:chgData name="Bhavesh Upadhyay" userId="493ccd8a281610da" providerId="LiveId" clId="{5F8EB741-1C1F-4965-8DD7-900A95402F4C}" dt="2026-01-16T08:46:49.407" v="126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Bhavesh Upadhyay" userId="493ccd8a281610da" providerId="LiveId" clId="{5F8EB741-1C1F-4965-8DD7-900A95402F4C}" dt="2026-01-16T08:46:49.407" v="126" actId="478"/>
          <ac:spMkLst>
            <pc:docMk/>
            <pc:sldMk cId="0" sldId="263"/>
            <ac:spMk id="18" creationId="{00000000-0000-0000-0000-000000000000}"/>
          </ac:spMkLst>
        </pc:spChg>
        <pc:spChg chg="del">
          <ac:chgData name="Bhavesh Upadhyay" userId="493ccd8a281610da" providerId="LiveId" clId="{5F8EB741-1C1F-4965-8DD7-900A95402F4C}" dt="2026-01-16T08:46:46.905" v="125" actId="478"/>
          <ac:spMkLst>
            <pc:docMk/>
            <pc:sldMk cId="0" sldId="263"/>
            <ac:spMk id="19" creationId="{00000000-0000-0000-0000-000000000000}"/>
          </ac:spMkLst>
        </pc:spChg>
        <pc:spChg chg="del">
          <ac:chgData name="Bhavesh Upadhyay" userId="493ccd8a281610da" providerId="LiveId" clId="{5F8EB741-1C1F-4965-8DD7-900A95402F4C}" dt="2026-01-16T08:46:46.905" v="125" actId="478"/>
          <ac:spMkLst>
            <pc:docMk/>
            <pc:sldMk cId="0" sldId="263"/>
            <ac:spMk id="20" creationId="{00000000-0000-0000-0000-000000000000}"/>
          </ac:spMkLst>
        </pc:spChg>
        <pc:spChg chg="add mod">
          <ac:chgData name="Bhavesh Upadhyay" userId="493ccd8a281610da" providerId="LiveId" clId="{5F8EB741-1C1F-4965-8DD7-900A95402F4C}" dt="2026-01-16T09:14:22.944" v="315" actId="14100"/>
          <ac:spMkLst>
            <pc:docMk/>
            <pc:sldMk cId="0" sldId="263"/>
            <ac:spMk id="22" creationId="{BD487427-F43A-4CA4-8F52-D38478A2AFCE}"/>
          </ac:spMkLst>
        </pc:spChg>
        <pc:spChg chg="add del">
          <ac:chgData name="Bhavesh Upadhyay" userId="493ccd8a281610da" providerId="LiveId" clId="{5F8EB741-1C1F-4965-8DD7-900A95402F4C}" dt="2026-01-16T08:48:18.743" v="155" actId="22"/>
          <ac:spMkLst>
            <pc:docMk/>
            <pc:sldMk cId="0" sldId="263"/>
            <ac:spMk id="24" creationId="{CF360B44-BC43-4137-A500-75EEFCFD8394}"/>
          </ac:spMkLst>
        </pc:spChg>
        <pc:spChg chg="add del mod">
          <ac:chgData name="Bhavesh Upadhyay" userId="493ccd8a281610da" providerId="LiveId" clId="{5F8EB741-1C1F-4965-8DD7-900A95402F4C}" dt="2026-01-16T08:49:23.892" v="173" actId="478"/>
          <ac:spMkLst>
            <pc:docMk/>
            <pc:sldMk cId="0" sldId="263"/>
            <ac:spMk id="26" creationId="{5D010798-0CBD-49A0-8D53-E64E66C20BAF}"/>
          </ac:spMkLst>
        </pc:spChg>
        <pc:spChg chg="add del mod">
          <ac:chgData name="Bhavesh Upadhyay" userId="493ccd8a281610da" providerId="LiveId" clId="{5F8EB741-1C1F-4965-8DD7-900A95402F4C}" dt="2026-01-16T08:49:35.680" v="179"/>
          <ac:spMkLst>
            <pc:docMk/>
            <pc:sldMk cId="0" sldId="263"/>
            <ac:spMk id="28" creationId="{CAA60C50-77E1-4309-9C3C-96944102F0A4}"/>
          </ac:spMkLst>
        </pc:spChg>
        <pc:spChg chg="add del mod">
          <ac:chgData name="Bhavesh Upadhyay" userId="493ccd8a281610da" providerId="LiveId" clId="{5F8EB741-1C1F-4965-8DD7-900A95402F4C}" dt="2026-01-16T09:14:19.984" v="314" actId="478"/>
          <ac:spMkLst>
            <pc:docMk/>
            <pc:sldMk cId="0" sldId="263"/>
            <ac:spMk id="29" creationId="{4E27DA35-015B-4F39-BAC0-65D7AC6A55E7}"/>
          </ac:spMkLst>
        </pc:spChg>
        <pc:spChg chg="add del">
          <ac:chgData name="Bhavesh Upadhyay" userId="493ccd8a281610da" providerId="LiveId" clId="{5F8EB741-1C1F-4965-8DD7-900A95402F4C}" dt="2026-01-16T09:13:41.785" v="309"/>
          <ac:spMkLst>
            <pc:docMk/>
            <pc:sldMk cId="0" sldId="263"/>
            <ac:spMk id="30" creationId="{DC9BED45-7689-44D0-934A-60794543EE9E}"/>
          </ac:spMkLst>
        </pc:spChg>
        <pc:spChg chg="add mod">
          <ac:chgData name="Bhavesh Upadhyay" userId="493ccd8a281610da" providerId="LiveId" clId="{5F8EB741-1C1F-4965-8DD7-900A95402F4C}" dt="2026-01-16T09:13:51.011" v="310" actId="571"/>
          <ac:spMkLst>
            <pc:docMk/>
            <pc:sldMk cId="0" sldId="263"/>
            <ac:spMk id="31" creationId="{A1DF553B-3624-47E9-8C6D-9F6625EFCF4F}"/>
          </ac:spMkLst>
        </pc:spChg>
        <pc:spChg chg="add del">
          <ac:chgData name="Bhavesh Upadhyay" userId="493ccd8a281610da" providerId="LiveId" clId="{5F8EB741-1C1F-4965-8DD7-900A95402F4C}" dt="2026-01-16T09:13:52.568" v="312"/>
          <ac:spMkLst>
            <pc:docMk/>
            <pc:sldMk cId="0" sldId="263"/>
            <ac:spMk id="32" creationId="{F11B345D-FF42-4F79-8983-275C443CF17B}"/>
          </ac:spMkLst>
        </pc:spChg>
        <pc:grpChg chg="del">
          <ac:chgData name="Bhavesh Upadhyay" userId="493ccd8a281610da" providerId="LiveId" clId="{5F8EB741-1C1F-4965-8DD7-900A95402F4C}" dt="2026-01-16T08:46:46.905" v="125" actId="478"/>
          <ac:grpSpMkLst>
            <pc:docMk/>
            <pc:sldMk cId="0" sldId="263"/>
            <ac:grpSpMk id="2" creationId="{00000000-0000-0000-0000-000000000000}"/>
          </ac:grpSpMkLst>
        </pc:grpChg>
        <pc:grpChg chg="del">
          <ac:chgData name="Bhavesh Upadhyay" userId="493ccd8a281610da" providerId="LiveId" clId="{5F8EB741-1C1F-4965-8DD7-900A95402F4C}" dt="2026-01-16T08:46:46.905" v="125" actId="478"/>
          <ac:grpSpMkLst>
            <pc:docMk/>
            <pc:sldMk cId="0" sldId="263"/>
            <ac:grpSpMk id="5" creationId="{00000000-0000-0000-0000-000000000000}"/>
          </ac:grpSpMkLst>
        </pc:grpChg>
        <pc:grpChg chg="del">
          <ac:chgData name="Bhavesh Upadhyay" userId="493ccd8a281610da" providerId="LiveId" clId="{5F8EB741-1C1F-4965-8DD7-900A95402F4C}" dt="2026-01-16T08:46:46.905" v="125" actId="478"/>
          <ac:grpSpMkLst>
            <pc:docMk/>
            <pc:sldMk cId="0" sldId="263"/>
            <ac:grpSpMk id="8" creationId="{00000000-0000-0000-0000-000000000000}"/>
          </ac:grpSpMkLst>
        </pc:grpChg>
        <pc:grpChg chg="del">
          <ac:chgData name="Bhavesh Upadhyay" userId="493ccd8a281610da" providerId="LiveId" clId="{5F8EB741-1C1F-4965-8DD7-900A95402F4C}" dt="2026-01-16T08:46:46.905" v="125" actId="478"/>
          <ac:grpSpMkLst>
            <pc:docMk/>
            <pc:sldMk cId="0" sldId="263"/>
            <ac:grpSpMk id="11" creationId="{00000000-0000-0000-0000-000000000000}"/>
          </ac:grpSpMkLst>
        </pc:grpChg>
        <pc:picChg chg="add mod">
          <ac:chgData name="Bhavesh Upadhyay" userId="493ccd8a281610da" providerId="LiveId" clId="{5F8EB741-1C1F-4965-8DD7-900A95402F4C}" dt="2026-01-16T09:14:32.520" v="320" actId="1076"/>
          <ac:picMkLst>
            <pc:docMk/>
            <pc:sldMk cId="0" sldId="263"/>
            <ac:picMk id="34" creationId="{F2E2089D-5C89-4B78-9271-03C18D36B4D0}"/>
          </ac:picMkLst>
        </pc:picChg>
      </pc:sldChg>
      <pc:sldChg chg="modSp del mod">
        <pc:chgData name="Bhavesh Upadhyay" userId="493ccd8a281610da" providerId="LiveId" clId="{5F8EB741-1C1F-4965-8DD7-900A95402F4C}" dt="2026-01-16T09:22:00.081" v="353" actId="47"/>
        <pc:sldMkLst>
          <pc:docMk/>
          <pc:sldMk cId="0" sldId="264"/>
        </pc:sldMkLst>
        <pc:spChg chg="mod">
          <ac:chgData name="Bhavesh Upadhyay" userId="493ccd8a281610da" providerId="LiveId" clId="{5F8EB741-1C1F-4965-8DD7-900A95402F4C}" dt="2026-01-16T08:39:08.453" v="122" actId="20577"/>
          <ac:spMkLst>
            <pc:docMk/>
            <pc:sldMk cId="0" sldId="264"/>
            <ac:spMk id="15" creationId="{00000000-0000-0000-0000-000000000000}"/>
          </ac:spMkLst>
        </pc:spChg>
      </pc:sldChg>
      <pc:sldChg chg="del">
        <pc:chgData name="Bhavesh Upadhyay" userId="493ccd8a281610da" providerId="LiveId" clId="{5F8EB741-1C1F-4965-8DD7-900A95402F4C}" dt="2026-01-16T09:22:00.081" v="353" actId="47"/>
        <pc:sldMkLst>
          <pc:docMk/>
          <pc:sldMk cId="0" sldId="265"/>
        </pc:sldMkLst>
      </pc:sldChg>
      <pc:sldChg chg="del ord">
        <pc:chgData name="Bhavesh Upadhyay" userId="493ccd8a281610da" providerId="LiveId" clId="{5F8EB741-1C1F-4965-8DD7-900A95402F4C}" dt="2026-01-16T09:22:00.081" v="353" actId="47"/>
        <pc:sldMkLst>
          <pc:docMk/>
          <pc:sldMk cId="0" sldId="266"/>
        </pc:sldMkLst>
      </pc:sldChg>
      <pc:sldChg chg="del">
        <pc:chgData name="Bhavesh Upadhyay" userId="493ccd8a281610da" providerId="LiveId" clId="{5F8EB741-1C1F-4965-8DD7-900A95402F4C}" dt="2026-01-16T09:22:00.081" v="353" actId="47"/>
        <pc:sldMkLst>
          <pc:docMk/>
          <pc:sldMk cId="0" sldId="267"/>
        </pc:sldMkLst>
      </pc:sldChg>
      <pc:sldChg chg="del">
        <pc:chgData name="Bhavesh Upadhyay" userId="493ccd8a281610da" providerId="LiveId" clId="{5F8EB741-1C1F-4965-8DD7-900A95402F4C}" dt="2026-01-16T09:22:00.081" v="353" actId="47"/>
        <pc:sldMkLst>
          <pc:docMk/>
          <pc:sldMk cId="0" sldId="268"/>
        </pc:sldMkLst>
      </pc:sldChg>
      <pc:sldChg chg="del">
        <pc:chgData name="Bhavesh Upadhyay" userId="493ccd8a281610da" providerId="LiveId" clId="{5F8EB741-1C1F-4965-8DD7-900A95402F4C}" dt="2026-01-16T07:32:19.315" v="3" actId="47"/>
        <pc:sldMkLst>
          <pc:docMk/>
          <pc:sldMk cId="0" sldId="269"/>
        </pc:sldMkLst>
      </pc:sldChg>
      <pc:sldChg chg="del">
        <pc:chgData name="Bhavesh Upadhyay" userId="493ccd8a281610da" providerId="LiveId" clId="{5F8EB741-1C1F-4965-8DD7-900A95402F4C}" dt="2026-01-16T09:22:00.081" v="353" actId="47"/>
        <pc:sldMkLst>
          <pc:docMk/>
          <pc:sldMk cId="0" sldId="270"/>
        </pc:sldMkLst>
      </pc:sldChg>
      <pc:sldChg chg="addSp delSp modSp add del mod ord">
        <pc:chgData name="Bhavesh Upadhyay" userId="493ccd8a281610da" providerId="LiveId" clId="{5F8EB741-1C1F-4965-8DD7-900A95402F4C}" dt="2026-01-16T09:22:00.081" v="353" actId="47"/>
        <pc:sldMkLst>
          <pc:docMk/>
          <pc:sldMk cId="3430453637" sldId="271"/>
        </pc:sldMkLst>
        <pc:spChg chg="add mod">
          <ac:chgData name="Bhavesh Upadhyay" userId="493ccd8a281610da" providerId="LiveId" clId="{5F8EB741-1C1F-4965-8DD7-900A95402F4C}" dt="2026-01-16T08:51:23.983" v="208"/>
          <ac:spMkLst>
            <pc:docMk/>
            <pc:sldMk cId="3430453637" sldId="271"/>
            <ac:spMk id="7" creationId="{BD6B011C-B401-49E4-8E7D-2355EB9F8F99}"/>
          </ac:spMkLst>
        </pc:spChg>
        <pc:spChg chg="del">
          <ac:chgData name="Bhavesh Upadhyay" userId="493ccd8a281610da" providerId="LiveId" clId="{5F8EB741-1C1F-4965-8DD7-900A95402F4C}" dt="2026-01-16T08:51:23.318" v="207" actId="478"/>
          <ac:spMkLst>
            <pc:docMk/>
            <pc:sldMk cId="3430453637" sldId="271"/>
            <ac:spMk id="16" creationId="{00000000-0000-0000-0000-000000000000}"/>
          </ac:spMkLst>
        </pc:spChg>
        <pc:spChg chg="del">
          <ac:chgData name="Bhavesh Upadhyay" userId="493ccd8a281610da" providerId="LiveId" clId="{5F8EB741-1C1F-4965-8DD7-900A95402F4C}" dt="2026-01-16T08:49:13.744" v="170" actId="478"/>
          <ac:spMkLst>
            <pc:docMk/>
            <pc:sldMk cId="3430453637" sldId="271"/>
            <ac:spMk id="22" creationId="{BD487427-F43A-4CA4-8F52-D38478A2AFCE}"/>
          </ac:spMkLst>
        </pc:spChg>
        <pc:spChg chg="mod">
          <ac:chgData name="Bhavesh Upadhyay" userId="493ccd8a281610da" providerId="LiveId" clId="{5F8EB741-1C1F-4965-8DD7-900A95402F4C}" dt="2026-01-16T09:12:02.033" v="286" actId="313"/>
          <ac:spMkLst>
            <pc:docMk/>
            <pc:sldMk cId="3430453637" sldId="271"/>
            <ac:spMk id="26" creationId="{5D010798-0CBD-49A0-8D53-E64E66C20BAF}"/>
          </ac:spMkLst>
        </pc:spChg>
        <pc:spChg chg="del">
          <ac:chgData name="Bhavesh Upadhyay" userId="493ccd8a281610da" providerId="LiveId" clId="{5F8EB741-1C1F-4965-8DD7-900A95402F4C}" dt="2026-01-16T08:49:13.744" v="170" actId="478"/>
          <ac:spMkLst>
            <pc:docMk/>
            <pc:sldMk cId="3430453637" sldId="271"/>
            <ac:spMk id="28" creationId="{CAA60C50-77E1-4309-9C3C-96944102F0A4}"/>
          </ac:spMkLst>
        </pc:spChg>
      </pc:sldChg>
      <pc:sldChg chg="addSp delSp modSp add mod ord">
        <pc:chgData name="Bhavesh Upadhyay" userId="493ccd8a281610da" providerId="LiveId" clId="{5F8EB741-1C1F-4965-8DD7-900A95402F4C}" dt="2026-01-16T09:24:42.050" v="392" actId="14100"/>
        <pc:sldMkLst>
          <pc:docMk/>
          <pc:sldMk cId="2737602772" sldId="272"/>
        </pc:sldMkLst>
        <pc:spChg chg="add del mod">
          <ac:chgData name="Bhavesh Upadhyay" userId="493ccd8a281610da" providerId="LiveId" clId="{5F8EB741-1C1F-4965-8DD7-900A95402F4C}" dt="2026-01-16T09:13:01.790" v="297" actId="478"/>
          <ac:spMkLst>
            <pc:docMk/>
            <pc:sldMk cId="2737602772" sldId="272"/>
            <ac:spMk id="7" creationId="{9545B30F-44CC-43B3-9F2E-AF3F0327725A}"/>
          </ac:spMkLst>
        </pc:spChg>
        <pc:spChg chg="add mod">
          <ac:chgData name="Bhavesh Upadhyay" userId="493ccd8a281610da" providerId="LiveId" clId="{5F8EB741-1C1F-4965-8DD7-900A95402F4C}" dt="2026-01-16T09:24:30.781" v="385" actId="14100"/>
          <ac:spMkLst>
            <pc:docMk/>
            <pc:sldMk cId="2737602772" sldId="272"/>
            <ac:spMk id="9" creationId="{C930DE15-B9D2-4B7A-9DE6-97B6B6F20EED}"/>
          </ac:spMkLst>
        </pc:spChg>
        <pc:spChg chg="mod">
          <ac:chgData name="Bhavesh Upadhyay" userId="493ccd8a281610da" providerId="LiveId" clId="{5F8EB741-1C1F-4965-8DD7-900A95402F4C}" dt="2026-01-16T09:12:49.670" v="295" actId="1076"/>
          <ac:spMkLst>
            <pc:docMk/>
            <pc:sldMk cId="2737602772" sldId="272"/>
            <ac:spMk id="14" creationId="{00000000-0000-0000-0000-000000000000}"/>
          </ac:spMkLst>
        </pc:spChg>
        <pc:spChg chg="del">
          <ac:chgData name="Bhavesh Upadhyay" userId="493ccd8a281610da" providerId="LiveId" clId="{5F8EB741-1C1F-4965-8DD7-900A95402F4C}" dt="2026-01-16T08:51:17.117" v="205" actId="478"/>
          <ac:spMkLst>
            <pc:docMk/>
            <pc:sldMk cId="2737602772" sldId="272"/>
            <ac:spMk id="16" creationId="{00000000-0000-0000-0000-000000000000}"/>
          </ac:spMkLst>
        </pc:spChg>
        <pc:spChg chg="del">
          <ac:chgData name="Bhavesh Upadhyay" userId="493ccd8a281610da" providerId="LiveId" clId="{5F8EB741-1C1F-4965-8DD7-900A95402F4C}" dt="2026-01-16T08:49:50.382" v="183" actId="478"/>
          <ac:spMkLst>
            <pc:docMk/>
            <pc:sldMk cId="2737602772" sldId="272"/>
            <ac:spMk id="22" creationId="{BD487427-F43A-4CA4-8F52-D38478A2AFCE}"/>
          </ac:spMkLst>
        </pc:spChg>
        <pc:spChg chg="del">
          <ac:chgData name="Bhavesh Upadhyay" userId="493ccd8a281610da" providerId="LiveId" clId="{5F8EB741-1C1F-4965-8DD7-900A95402F4C}" dt="2026-01-16T08:49:50.382" v="183" actId="478"/>
          <ac:spMkLst>
            <pc:docMk/>
            <pc:sldMk cId="2737602772" sldId="272"/>
            <ac:spMk id="26" creationId="{5D010798-0CBD-49A0-8D53-E64E66C20BAF}"/>
          </ac:spMkLst>
        </pc:spChg>
        <pc:spChg chg="del mod">
          <ac:chgData name="Bhavesh Upadhyay" userId="493ccd8a281610da" providerId="LiveId" clId="{5F8EB741-1C1F-4965-8DD7-900A95402F4C}" dt="2026-01-16T09:11:21.797" v="232" actId="21"/>
          <ac:spMkLst>
            <pc:docMk/>
            <pc:sldMk cId="2737602772" sldId="272"/>
            <ac:spMk id="28" creationId="{CAA60C50-77E1-4309-9C3C-96944102F0A4}"/>
          </ac:spMkLst>
        </pc:spChg>
        <pc:picChg chg="add mod">
          <ac:chgData name="Bhavesh Upadhyay" userId="493ccd8a281610da" providerId="LiveId" clId="{5F8EB741-1C1F-4965-8DD7-900A95402F4C}" dt="2026-01-16T09:24:35.138" v="388" actId="1076"/>
          <ac:picMkLst>
            <pc:docMk/>
            <pc:sldMk cId="2737602772" sldId="272"/>
            <ac:picMk id="4" creationId="{3983A5BD-E2ED-4256-943D-144D611F99F3}"/>
          </ac:picMkLst>
        </pc:picChg>
        <pc:picChg chg="add mod">
          <ac:chgData name="Bhavesh Upadhyay" userId="493ccd8a281610da" providerId="LiveId" clId="{5F8EB741-1C1F-4965-8DD7-900A95402F4C}" dt="2026-01-16T09:24:42.050" v="392" actId="14100"/>
          <ac:picMkLst>
            <pc:docMk/>
            <pc:sldMk cId="2737602772" sldId="272"/>
            <ac:picMk id="6" creationId="{32BC0E7B-5326-4688-8E8D-80C5358E5DB9}"/>
          </ac:picMkLst>
        </pc:picChg>
      </pc:sldChg>
      <pc:sldChg chg="addSp delSp modSp add mod">
        <pc:chgData name="Bhavesh Upadhyay" userId="493ccd8a281610da" providerId="LiveId" clId="{5F8EB741-1C1F-4965-8DD7-900A95402F4C}" dt="2026-01-16T09:24:13.197" v="384" actId="20577"/>
        <pc:sldMkLst>
          <pc:docMk/>
          <pc:sldMk cId="1245050938" sldId="273"/>
        </pc:sldMkLst>
        <pc:spChg chg="del">
          <ac:chgData name="Bhavesh Upadhyay" userId="493ccd8a281610da" providerId="LiveId" clId="{5F8EB741-1C1F-4965-8DD7-900A95402F4C}" dt="2026-01-16T09:21:37.584" v="350" actId="478"/>
          <ac:spMkLst>
            <pc:docMk/>
            <pc:sldMk cId="1245050938" sldId="273"/>
            <ac:spMk id="22" creationId="{BD487427-F43A-4CA4-8F52-D38478A2AFCE}"/>
          </ac:spMkLst>
        </pc:spChg>
        <pc:spChg chg="mod">
          <ac:chgData name="Bhavesh Upadhyay" userId="493ccd8a281610da" providerId="LiveId" clId="{5F8EB741-1C1F-4965-8DD7-900A95402F4C}" dt="2026-01-16T09:24:13.197" v="384" actId="20577"/>
          <ac:spMkLst>
            <pc:docMk/>
            <pc:sldMk cId="1245050938" sldId="273"/>
            <ac:spMk id="29" creationId="{4E27DA35-015B-4F39-BAC0-65D7AC6A55E7}"/>
          </ac:spMkLst>
        </pc:spChg>
        <pc:picChg chg="add mod">
          <ac:chgData name="Bhavesh Upadhyay" userId="493ccd8a281610da" providerId="LiveId" clId="{5F8EB741-1C1F-4965-8DD7-900A95402F4C}" dt="2026-01-16T09:24:10.562" v="382" actId="14100"/>
          <ac:picMkLst>
            <pc:docMk/>
            <pc:sldMk cId="1245050938" sldId="273"/>
            <ac:picMk id="3" creationId="{FAF248D3-15CE-40E9-A4D7-2E85F6E44FD6}"/>
          </ac:picMkLst>
        </pc:picChg>
      </pc:sldChg>
      <pc:sldChg chg="addSp modSp add mod">
        <pc:chgData name="Bhavesh Upadhyay" userId="493ccd8a281610da" providerId="LiveId" clId="{5F8EB741-1C1F-4965-8DD7-900A95402F4C}" dt="2026-01-16T09:23:43.899" v="378" actId="20577"/>
        <pc:sldMkLst>
          <pc:docMk/>
          <pc:sldMk cId="2579892232" sldId="274"/>
        </pc:sldMkLst>
        <pc:spChg chg="mod">
          <ac:chgData name="Bhavesh Upadhyay" userId="493ccd8a281610da" providerId="LiveId" clId="{5F8EB741-1C1F-4965-8DD7-900A95402F4C}" dt="2026-01-16T09:23:43.899" v="378" actId="20577"/>
          <ac:spMkLst>
            <pc:docMk/>
            <pc:sldMk cId="2579892232" sldId="274"/>
            <ac:spMk id="9" creationId="{C930DE15-B9D2-4B7A-9DE6-97B6B6F20EED}"/>
          </ac:spMkLst>
        </pc:spChg>
        <pc:picChg chg="add mod">
          <ac:chgData name="Bhavesh Upadhyay" userId="493ccd8a281610da" providerId="LiveId" clId="{5F8EB741-1C1F-4965-8DD7-900A95402F4C}" dt="2026-01-16T09:23:40.754" v="375" actId="1076"/>
          <ac:picMkLst>
            <pc:docMk/>
            <pc:sldMk cId="2579892232" sldId="274"/>
            <ac:picMk id="3" creationId="{8FF2B500-B139-4229-AE7B-0BE5F0DC1632}"/>
          </ac:picMkLst>
        </pc:picChg>
      </pc:sldChg>
    </pc:docChg>
  </pc:docChgLst>
  <pc:docChgLst>
    <pc:chgData name="Kunsh Sabharwal" userId="5efe6ff309f5c067" providerId="LiveId" clId="{22F8A50C-9C22-4286-A429-F3B7B5C7133B}"/>
    <pc:docChg chg="modSld">
      <pc:chgData name="Kunsh Sabharwal" userId="5efe6ff309f5c067" providerId="LiveId" clId="{22F8A50C-9C22-4286-A429-F3B7B5C7133B}" dt="2026-01-16T10:18:23.336" v="1" actId="20577"/>
      <pc:docMkLst>
        <pc:docMk/>
      </pc:docMkLst>
      <pc:sldChg chg="modSp mod">
        <pc:chgData name="Kunsh Sabharwal" userId="5efe6ff309f5c067" providerId="LiveId" clId="{22F8A50C-9C22-4286-A429-F3B7B5C7133B}" dt="2026-01-16T10:18:23.336" v="1" actId="20577"/>
        <pc:sldMkLst>
          <pc:docMk/>
          <pc:sldMk cId="0" sldId="258"/>
        </pc:sldMkLst>
        <pc:spChg chg="mod">
          <ac:chgData name="Kunsh Sabharwal" userId="5efe6ff309f5c067" providerId="LiveId" clId="{22F8A50C-9C22-4286-A429-F3B7B5C7133B}" dt="2026-01-16T10:18:23.336" v="1" actId="20577"/>
          <ac:spMkLst>
            <pc:docMk/>
            <pc:sldMk cId="0" sldId="258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33333">
              <a:srgbClr val="29464A">
                <a:alpha val="100000"/>
              </a:srgbClr>
            </a:gs>
            <a:gs pos="66667">
              <a:srgbClr val="6D8080">
                <a:alpha val="100000"/>
              </a:srgbClr>
            </a:gs>
            <a:gs pos="100000">
              <a:srgbClr val="BDCBBB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666413" y="-1073776"/>
            <a:ext cx="6641227" cy="6641227"/>
          </a:xfrm>
          <a:custGeom>
            <a:avLst/>
            <a:gdLst/>
            <a:ahLst/>
            <a:cxnLst/>
            <a:rect l="l" t="t" r="r" b="b"/>
            <a:pathLst>
              <a:path w="6641227" h="6641227">
                <a:moveTo>
                  <a:pt x="0" y="0"/>
                </a:moveTo>
                <a:lnTo>
                  <a:pt x="6641227" y="0"/>
                </a:lnTo>
                <a:lnTo>
                  <a:pt x="6641227" y="6641227"/>
                </a:lnTo>
                <a:lnTo>
                  <a:pt x="0" y="66412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028700"/>
            <a:ext cx="879376" cy="722687"/>
          </a:xfrm>
          <a:custGeom>
            <a:avLst/>
            <a:gdLst/>
            <a:ahLst/>
            <a:cxnLst/>
            <a:rect l="l" t="t" r="r" b="b"/>
            <a:pathLst>
              <a:path w="879376" h="722687">
                <a:moveTo>
                  <a:pt x="0" y="0"/>
                </a:moveTo>
                <a:lnTo>
                  <a:pt x="879376" y="0"/>
                </a:lnTo>
                <a:lnTo>
                  <a:pt x="879376" y="722687"/>
                </a:lnTo>
                <a:lnTo>
                  <a:pt x="0" y="7226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5065877"/>
            <a:ext cx="12401495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70"/>
              </a:lnSpc>
            </a:pPr>
            <a:r>
              <a:rPr lang="en-US" sz="9500" b="1" dirty="0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Exam-Echo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6210300"/>
            <a:ext cx="11349482" cy="1865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GB" sz="3200" b="1" dirty="0">
                <a:solidFill>
                  <a:srgbClr val="FFFFFF"/>
                </a:solidFill>
                <a:latin typeface="Work Sans"/>
              </a:rPr>
              <a:t>What you revise, echoes in exams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GB" sz="3200" b="1" dirty="0">
              <a:solidFill>
                <a:srgbClr val="FFFFFF"/>
              </a:solidFill>
              <a:latin typeface="Work Sans"/>
              <a:sym typeface="Work Sans"/>
            </a:endParaRPr>
          </a:p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IN" sz="3200" b="1" dirty="0">
                <a:solidFill>
                  <a:srgbClr val="FFFFFF"/>
                </a:solidFill>
                <a:latin typeface="Work Sans"/>
              </a:rPr>
              <a:t>Kunsh Sabharwal|</a:t>
            </a:r>
            <a:r>
              <a:rPr lang="en-US" sz="3200" b="1" dirty="0">
                <a:solidFill>
                  <a:srgbClr val="FFFFFF"/>
                </a:solidFill>
                <a:latin typeface="Work Sans"/>
                <a:sym typeface="Work Sans"/>
              </a:rPr>
              <a:t>Bhavesh Upadhyay | </a:t>
            </a:r>
            <a:r>
              <a:rPr lang="en-IN" sz="3200" b="1" dirty="0" err="1">
                <a:solidFill>
                  <a:srgbClr val="FFFFFF"/>
                </a:solidFill>
                <a:latin typeface="Work Sans"/>
              </a:rPr>
              <a:t>Riishab</a:t>
            </a:r>
            <a:r>
              <a:rPr lang="en-IN" sz="3200" b="1" dirty="0">
                <a:solidFill>
                  <a:srgbClr val="FFFFFF"/>
                </a:solidFill>
                <a:latin typeface="Work Sans"/>
              </a:rPr>
              <a:t> </a:t>
            </a:r>
            <a:r>
              <a:rPr lang="en-IN" sz="3200" b="1" dirty="0" err="1">
                <a:solidFill>
                  <a:srgbClr val="FFFFFF"/>
                </a:solidFill>
                <a:latin typeface="Work Sans"/>
              </a:rPr>
              <a:t>Trehan</a:t>
            </a:r>
            <a:endParaRPr lang="en-US" sz="3200" b="1" dirty="0">
              <a:solidFill>
                <a:srgbClr val="FFFFFF"/>
              </a:solidFill>
              <a:latin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50000">
              <a:srgbClr val="29464A">
                <a:alpha val="100000"/>
              </a:srgbClr>
            </a:gs>
            <a:gs pos="100000">
              <a:srgbClr val="6D80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0860551" y="4732669"/>
            <a:ext cx="7744260" cy="7110638"/>
          </a:xfrm>
          <a:custGeom>
            <a:avLst/>
            <a:gdLst/>
            <a:ahLst/>
            <a:cxnLst/>
            <a:rect l="l" t="t" r="r" b="b"/>
            <a:pathLst>
              <a:path w="7744260" h="7110638">
                <a:moveTo>
                  <a:pt x="0" y="0"/>
                </a:moveTo>
                <a:lnTo>
                  <a:pt x="7744260" y="0"/>
                </a:lnTo>
                <a:lnTo>
                  <a:pt x="7744260" y="7110638"/>
                </a:lnTo>
                <a:lnTo>
                  <a:pt x="0" y="71106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95570" y="2781300"/>
            <a:ext cx="11653630" cy="7308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799" dirty="0">
                <a:solidFill>
                  <a:srgbClr val="FFFFFF"/>
                </a:solidFill>
                <a:latin typeface="Work Sans"/>
              </a:rPr>
              <a:t>Students require a quick and efficient way to revise</a:t>
            </a:r>
            <a:r>
              <a:rPr lang="en-GB" sz="2799" b="1" i="1" dirty="0">
                <a:solidFill>
                  <a:srgbClr val="FFFFFF"/>
                </a:solidFill>
                <a:latin typeface="Work Sans"/>
              </a:rPr>
              <a:t> topics </a:t>
            </a:r>
            <a:r>
              <a:rPr lang="en-GB" sz="2799" dirty="0">
                <a:solidFill>
                  <a:srgbClr val="FFFFFF"/>
                </a:solidFill>
                <a:latin typeface="Work Sans"/>
              </a:rPr>
              <a:t>and practice exam-oriented questions in limited time.</a:t>
            </a:r>
          </a:p>
          <a:p>
            <a:endParaRPr lang="en-GB" sz="2799" dirty="0">
              <a:solidFill>
                <a:srgbClr val="FFFFFF"/>
              </a:solidFill>
              <a:latin typeface="Work Sans"/>
            </a:endParaRPr>
          </a:p>
          <a:p>
            <a:r>
              <a:rPr lang="en-GB" sz="2799" b="1" u="sng" dirty="0">
                <a:solidFill>
                  <a:srgbClr val="FFFFFF"/>
                </a:solidFill>
                <a:latin typeface="Work Sans"/>
              </a:rPr>
              <a:t>Problem Explanation</a:t>
            </a:r>
          </a:p>
          <a:p>
            <a:endParaRPr lang="en-GB" sz="2799" dirty="0">
              <a:solidFill>
                <a:srgbClr val="FFFFFF"/>
              </a:solidFill>
              <a:latin typeface="Work Sans"/>
            </a:endParaRPr>
          </a:p>
          <a:p>
            <a:r>
              <a:rPr lang="en-GB" sz="2799" dirty="0">
                <a:solidFill>
                  <a:srgbClr val="FFFFFF"/>
                </a:solidFill>
                <a:latin typeface="Work Sans"/>
              </a:rPr>
              <a:t>Study materials available online are </a:t>
            </a:r>
            <a:r>
              <a:rPr lang="en-GB" sz="2799" b="1" dirty="0">
                <a:solidFill>
                  <a:srgbClr val="FFFFFF"/>
                </a:solidFill>
                <a:latin typeface="Work Sans"/>
              </a:rPr>
              <a:t>lengthy</a:t>
            </a:r>
            <a:r>
              <a:rPr lang="en-GB" sz="2799" dirty="0">
                <a:solidFill>
                  <a:srgbClr val="FFFFFF"/>
                </a:solidFill>
                <a:latin typeface="Work Sans"/>
              </a:rPr>
              <a:t> and not suitable for quick revision.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799" dirty="0">
              <a:solidFill>
                <a:srgbClr val="FFFFFF"/>
              </a:solidFill>
              <a:latin typeface="Work Sans"/>
            </a:endParaRPr>
          </a:p>
          <a:p>
            <a:r>
              <a:rPr lang="en-GB" sz="2799" dirty="0">
                <a:solidFill>
                  <a:srgbClr val="FFFFFF"/>
                </a:solidFill>
                <a:latin typeface="Work Sans"/>
              </a:rPr>
              <a:t>Students do not get </a:t>
            </a:r>
            <a:r>
              <a:rPr lang="en-GB" sz="2799" b="1" dirty="0">
                <a:solidFill>
                  <a:srgbClr val="FFFFFF"/>
                </a:solidFill>
                <a:latin typeface="Work Sans"/>
              </a:rPr>
              <a:t>topic-specific practice questions </a:t>
            </a:r>
            <a:r>
              <a:rPr lang="en-GB" sz="2799" dirty="0">
                <a:solidFill>
                  <a:srgbClr val="FFFFFF"/>
                </a:solidFill>
                <a:latin typeface="Work Sans"/>
              </a:rPr>
              <a:t>in a single platform.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799" dirty="0">
              <a:solidFill>
                <a:srgbClr val="FFFFFF"/>
              </a:solidFill>
              <a:latin typeface="Work Sans"/>
            </a:endParaRPr>
          </a:p>
          <a:p>
            <a:r>
              <a:rPr lang="en-GB" sz="2799" dirty="0">
                <a:solidFill>
                  <a:srgbClr val="FFFFFF"/>
                </a:solidFill>
                <a:latin typeface="Work Sans"/>
              </a:rPr>
              <a:t>Lack of concise notes makes last-minute exam preparation difficult.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799" dirty="0">
              <a:solidFill>
                <a:srgbClr val="FFFFFF"/>
              </a:solidFill>
              <a:latin typeface="Work Sans"/>
            </a:endParaRPr>
          </a:p>
          <a:p>
            <a:r>
              <a:rPr lang="en-GB" sz="2799" dirty="0">
                <a:solidFill>
                  <a:srgbClr val="FFFFFF"/>
                </a:solidFill>
                <a:latin typeface="Work Sans"/>
              </a:rPr>
              <a:t>Manual searching of notes and questions consumes </a:t>
            </a:r>
            <a:r>
              <a:rPr lang="en-GB" sz="2799" b="1" dirty="0">
                <a:solidFill>
                  <a:srgbClr val="FFFFFF"/>
                </a:solidFill>
                <a:latin typeface="Work Sans"/>
              </a:rPr>
              <a:t>time</a:t>
            </a:r>
            <a:r>
              <a:rPr lang="en-GB" sz="2799" dirty="0">
                <a:solidFill>
                  <a:srgbClr val="FFFFFF"/>
                </a:solidFill>
                <a:latin typeface="Work Sans"/>
              </a:rPr>
              <a:t> and </a:t>
            </a:r>
            <a:r>
              <a:rPr lang="en-GB" sz="2799" b="1" dirty="0">
                <a:solidFill>
                  <a:srgbClr val="FFFFFF"/>
                </a:solidFill>
                <a:latin typeface="Work Sans"/>
              </a:rPr>
              <a:t>reduces efficiency</a:t>
            </a:r>
            <a:r>
              <a:rPr lang="en-GB" sz="2799" dirty="0">
                <a:solidFill>
                  <a:srgbClr val="FFFFFF"/>
                </a:solidFill>
                <a:latin typeface="Work Sans"/>
              </a:rPr>
              <a:t>.</a:t>
            </a:r>
          </a:p>
          <a:p>
            <a:pPr algn="l">
              <a:lnSpc>
                <a:spcPts val="3359"/>
              </a:lnSpc>
            </a:pPr>
            <a:endParaRPr lang="en-US" sz="2799" dirty="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92257" y="1104900"/>
            <a:ext cx="12235206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  <a:spcBef>
                <a:spcPct val="0"/>
              </a:spcBef>
            </a:pPr>
            <a:r>
              <a:rPr lang="en-US" sz="6500" b="1" u="none" strike="noStrike" spc="-273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Problem Statement</a:t>
            </a:r>
            <a:endParaRPr lang="en-US" sz="6500" b="1" u="none" strike="noStrike" spc="-273" dirty="0">
              <a:solidFill>
                <a:srgbClr val="FFFFFF"/>
              </a:solidFill>
              <a:latin typeface="Glock Grotesk"/>
              <a:ea typeface="Glock Grotesk"/>
              <a:cs typeface="Glock Grotesk"/>
              <a:sym typeface="Glock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50000">
              <a:srgbClr val="29464A">
                <a:alpha val="100000"/>
              </a:srgbClr>
            </a:gs>
            <a:gs pos="100000">
              <a:srgbClr val="6D80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-5429487" y="-4602133"/>
            <a:ext cx="9243533" cy="7564010"/>
          </a:xfrm>
          <a:custGeom>
            <a:avLst/>
            <a:gdLst/>
            <a:ahLst/>
            <a:cxnLst/>
            <a:rect l="l" t="t" r="r" b="b"/>
            <a:pathLst>
              <a:path w="11400466" h="9348382">
                <a:moveTo>
                  <a:pt x="0" y="0"/>
                </a:moveTo>
                <a:lnTo>
                  <a:pt x="11400466" y="0"/>
                </a:lnTo>
                <a:lnTo>
                  <a:pt x="11400466" y="9348382"/>
                </a:lnTo>
                <a:lnTo>
                  <a:pt x="0" y="9348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Box 16"/>
          <p:cNvSpPr txBox="1"/>
          <p:nvPr/>
        </p:nvSpPr>
        <p:spPr>
          <a:xfrm>
            <a:off x="121920" y="1905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 u="none" strike="noStrike" dirty="0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Solution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487427-F43A-4CA4-8F52-D38478A2AFCE}"/>
              </a:ext>
            </a:extLst>
          </p:cNvPr>
          <p:cNvSpPr txBox="1"/>
          <p:nvPr/>
        </p:nvSpPr>
        <p:spPr>
          <a:xfrm>
            <a:off x="228600" y="1000547"/>
            <a:ext cx="178308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4000" b="1" u="sng" dirty="0">
                <a:solidFill>
                  <a:srgbClr val="FFFFFF"/>
                </a:solidFill>
                <a:latin typeface="Work Sans"/>
              </a:rPr>
              <a:t>Notes Generation</a:t>
            </a:r>
          </a:p>
          <a:p>
            <a:endParaRPr lang="en-GB" sz="3200" b="1" u="sng" dirty="0">
              <a:solidFill>
                <a:srgbClr val="FFFFFF"/>
              </a:solidFill>
              <a:latin typeface="Work Sans"/>
            </a:endParaRPr>
          </a:p>
          <a:p>
            <a:r>
              <a:rPr lang="en-GB" sz="3200" dirty="0">
                <a:solidFill>
                  <a:srgbClr val="FFFFFF"/>
                </a:solidFill>
                <a:latin typeface="Work Sans"/>
              </a:rPr>
              <a:t>Uses a Retrieval-Augmented Generation (RAG) approach to retrieve topic-relevant academic content from a predefined knowledge base.</a:t>
            </a:r>
          </a:p>
          <a:p>
            <a:endParaRPr lang="en-GB" sz="3200" dirty="0">
              <a:solidFill>
                <a:srgbClr val="FFFFFF"/>
              </a:solidFill>
              <a:latin typeface="Work Sans"/>
            </a:endParaRPr>
          </a:p>
          <a:p>
            <a:r>
              <a:rPr lang="en-GB" sz="3200" dirty="0">
                <a:solidFill>
                  <a:srgbClr val="FFFFFF"/>
                </a:solidFill>
                <a:latin typeface="Work Sans"/>
              </a:rPr>
              <a:t>Generates short, concise, and structured notes optimized for quick exam revision.</a:t>
            </a:r>
          </a:p>
          <a:p>
            <a:endParaRPr lang="en-GB" sz="3200" dirty="0">
              <a:solidFill>
                <a:srgbClr val="FFFFFF"/>
              </a:solidFill>
              <a:latin typeface="Work Sans"/>
            </a:endParaRPr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A1DF553B-3624-47E9-8C6D-9F6625EFCF4F}"/>
              </a:ext>
            </a:extLst>
          </p:cNvPr>
          <p:cNvSpPr/>
          <p:nvPr/>
        </p:nvSpPr>
        <p:spPr>
          <a:xfrm>
            <a:off x="-5551407" y="-4602133"/>
            <a:ext cx="9243533" cy="7564010"/>
          </a:xfrm>
          <a:custGeom>
            <a:avLst/>
            <a:gdLst/>
            <a:ahLst/>
            <a:cxnLst/>
            <a:rect l="l" t="t" r="r" b="b"/>
            <a:pathLst>
              <a:path w="11400466" h="9348382">
                <a:moveTo>
                  <a:pt x="0" y="0"/>
                </a:moveTo>
                <a:lnTo>
                  <a:pt x="11400466" y="0"/>
                </a:lnTo>
                <a:lnTo>
                  <a:pt x="11400466" y="9348382"/>
                </a:lnTo>
                <a:lnTo>
                  <a:pt x="0" y="9348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2E2089D-5C89-4B78-9271-03C18D36B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4429697"/>
            <a:ext cx="12954000" cy="56462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50000">
              <a:srgbClr val="29464A">
                <a:alpha val="100000"/>
              </a:srgbClr>
            </a:gs>
            <a:gs pos="100000">
              <a:srgbClr val="6D80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-5429487" y="-4602133"/>
            <a:ext cx="9243533" cy="7564010"/>
          </a:xfrm>
          <a:custGeom>
            <a:avLst/>
            <a:gdLst/>
            <a:ahLst/>
            <a:cxnLst/>
            <a:rect l="l" t="t" r="r" b="b"/>
            <a:pathLst>
              <a:path w="11400466" h="9348382">
                <a:moveTo>
                  <a:pt x="0" y="0"/>
                </a:moveTo>
                <a:lnTo>
                  <a:pt x="11400466" y="0"/>
                </a:lnTo>
                <a:lnTo>
                  <a:pt x="11400466" y="9348382"/>
                </a:lnTo>
                <a:lnTo>
                  <a:pt x="0" y="9348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Box 16"/>
          <p:cNvSpPr txBox="1"/>
          <p:nvPr/>
        </p:nvSpPr>
        <p:spPr>
          <a:xfrm>
            <a:off x="121920" y="190500"/>
            <a:ext cx="18288000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 u="none" strike="noStrike" dirty="0">
                <a:solidFill>
                  <a:srgbClr val="FFFFFF"/>
                </a:solidFill>
                <a:latin typeface="Glock Grotesk"/>
                <a:ea typeface="Glock Grotesk"/>
                <a:cs typeface="Glock Grotesk"/>
                <a:sym typeface="Glock Grotesk"/>
              </a:rPr>
              <a:t>Solution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27DA35-015B-4F39-BAC0-65D7AC6A55E7}"/>
              </a:ext>
            </a:extLst>
          </p:cNvPr>
          <p:cNvSpPr txBox="1"/>
          <p:nvPr/>
        </p:nvSpPr>
        <p:spPr>
          <a:xfrm>
            <a:off x="156446" y="1181100"/>
            <a:ext cx="8682754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4000" b="1" u="sng" dirty="0">
                <a:solidFill>
                  <a:srgbClr val="FFFFFF"/>
                </a:solidFill>
                <a:latin typeface="Work Sans"/>
              </a:rPr>
              <a:t>Quiz Generation and Validation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800" b="1" u="sng" dirty="0">
              <a:solidFill>
                <a:srgbClr val="FFFFFF"/>
              </a:solidFill>
              <a:latin typeface="Work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1" i="0" u="sng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/>
                <a:ea typeface="+mn-ea"/>
                <a:cs typeface="+mn-cs"/>
              </a:rPr>
              <a:t>Automatically generates exam-oriented quiz questions based on the retrieved content.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/>
                <a:ea typeface="+mn-ea"/>
                <a:cs typeface="+mn-cs"/>
              </a:rPr>
              <a:t>Verifies quiz answers by cross-checking with source documents using the RAG pipeline.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Work Sans"/>
                <a:ea typeface="+mn-ea"/>
                <a:cs typeface="+mn-cs"/>
              </a:rPr>
              <a:t>Ensures higher accuracy, reduced hallucination, and reliable assessment of student understanding.</a:t>
            </a:r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A1DF553B-3624-47E9-8C6D-9F6625EFCF4F}"/>
              </a:ext>
            </a:extLst>
          </p:cNvPr>
          <p:cNvSpPr/>
          <p:nvPr/>
        </p:nvSpPr>
        <p:spPr>
          <a:xfrm>
            <a:off x="-5551407" y="-4602133"/>
            <a:ext cx="9243533" cy="7564010"/>
          </a:xfrm>
          <a:custGeom>
            <a:avLst/>
            <a:gdLst/>
            <a:ahLst/>
            <a:cxnLst/>
            <a:rect l="l" t="t" r="r" b="b"/>
            <a:pathLst>
              <a:path w="11400466" h="9348382">
                <a:moveTo>
                  <a:pt x="0" y="0"/>
                </a:moveTo>
                <a:lnTo>
                  <a:pt x="11400466" y="0"/>
                </a:lnTo>
                <a:lnTo>
                  <a:pt x="11400466" y="9348382"/>
                </a:lnTo>
                <a:lnTo>
                  <a:pt x="0" y="9348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F248D3-15CE-40E9-A4D7-2E85F6E44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856" y="1357486"/>
            <a:ext cx="8059366" cy="858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50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50000">
              <a:srgbClr val="29464A">
                <a:alpha val="100000"/>
              </a:srgbClr>
            </a:gs>
            <a:gs pos="100000">
              <a:srgbClr val="6D80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-4793453" y="7124700"/>
            <a:ext cx="9243533" cy="7564010"/>
          </a:xfrm>
          <a:custGeom>
            <a:avLst/>
            <a:gdLst/>
            <a:ahLst/>
            <a:cxnLst/>
            <a:rect l="l" t="t" r="r" b="b"/>
            <a:pathLst>
              <a:path w="11400466" h="9348382">
                <a:moveTo>
                  <a:pt x="0" y="0"/>
                </a:moveTo>
                <a:lnTo>
                  <a:pt x="11400466" y="0"/>
                </a:lnTo>
                <a:lnTo>
                  <a:pt x="11400466" y="9348382"/>
                </a:lnTo>
                <a:lnTo>
                  <a:pt x="0" y="9348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0DE15-B9D2-4B7A-9DE6-97B6B6F20EED}"/>
              </a:ext>
            </a:extLst>
          </p:cNvPr>
          <p:cNvSpPr txBox="1"/>
          <p:nvPr/>
        </p:nvSpPr>
        <p:spPr>
          <a:xfrm>
            <a:off x="304800" y="266700"/>
            <a:ext cx="96774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4000" b="1" u="sng" dirty="0">
                <a:solidFill>
                  <a:srgbClr val="FFFFFF"/>
                </a:solidFill>
                <a:latin typeface="Work Sans"/>
              </a:rPr>
              <a:t>Performance Tracking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200" dirty="0">
              <a:solidFill>
                <a:srgbClr val="FFFFFF"/>
              </a:solidFill>
              <a:latin typeface="Work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3200" dirty="0">
                <a:solidFill>
                  <a:srgbClr val="FFFFFF"/>
                </a:solidFill>
                <a:latin typeface="Work Sans"/>
              </a:rPr>
              <a:t>Tracks user quiz responses and evaluates performance to identify strengths and weak areas.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GB" sz="3200" dirty="0">
              <a:solidFill>
                <a:srgbClr val="FFFFFF"/>
              </a:solidFill>
              <a:latin typeface="Work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3200" dirty="0">
                <a:solidFill>
                  <a:srgbClr val="FFFFFF"/>
                </a:solidFill>
                <a:latin typeface="Work Sans"/>
              </a:rPr>
              <a:t>Supports focused revision by enabling improvement through repeated assessment.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3A5BD-E2ED-4256-943D-144D611F9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84" y="5145600"/>
            <a:ext cx="5334000" cy="4874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BC0E7B-5326-4688-8E8D-80C5358E5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199" y="342900"/>
            <a:ext cx="8023747" cy="978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02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908">
                <a:alpha val="100000"/>
              </a:srgbClr>
            </a:gs>
            <a:gs pos="50000">
              <a:srgbClr val="29464A">
                <a:alpha val="100000"/>
              </a:srgbClr>
            </a:gs>
            <a:gs pos="100000">
              <a:srgbClr val="6D808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/>
          <p:cNvSpPr/>
          <p:nvPr/>
        </p:nvSpPr>
        <p:spPr>
          <a:xfrm>
            <a:off x="-4793453" y="7124700"/>
            <a:ext cx="9243533" cy="7564010"/>
          </a:xfrm>
          <a:custGeom>
            <a:avLst/>
            <a:gdLst/>
            <a:ahLst/>
            <a:cxnLst/>
            <a:rect l="l" t="t" r="r" b="b"/>
            <a:pathLst>
              <a:path w="11400466" h="9348382">
                <a:moveTo>
                  <a:pt x="0" y="0"/>
                </a:moveTo>
                <a:lnTo>
                  <a:pt x="11400466" y="0"/>
                </a:lnTo>
                <a:lnTo>
                  <a:pt x="11400466" y="9348382"/>
                </a:lnTo>
                <a:lnTo>
                  <a:pt x="0" y="93483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30DE15-B9D2-4B7A-9DE6-97B6B6F20EED}"/>
              </a:ext>
            </a:extLst>
          </p:cNvPr>
          <p:cNvSpPr txBox="1"/>
          <p:nvPr/>
        </p:nvSpPr>
        <p:spPr>
          <a:xfrm>
            <a:off x="304800" y="266700"/>
            <a:ext cx="9525000" cy="7048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4000" b="1" u="sng" dirty="0">
                <a:solidFill>
                  <a:srgbClr val="FFFFFF"/>
                </a:solidFill>
                <a:latin typeface="Work Sans"/>
              </a:rPr>
              <a:t>Progress Tracking and Visualization</a:t>
            </a:r>
          </a:p>
          <a:p>
            <a:pPr>
              <a:defRPr/>
            </a:pPr>
            <a:endParaRPr lang="en-GB" sz="4000" b="1" u="sng" dirty="0">
              <a:solidFill>
                <a:srgbClr val="FFFFFF"/>
              </a:solidFill>
              <a:latin typeface="Work Sans"/>
            </a:endParaRPr>
          </a:p>
          <a:p>
            <a:pPr>
              <a:defRPr/>
            </a:pPr>
            <a:endParaRPr lang="en-GB" sz="4000" b="1" u="sng" dirty="0">
              <a:solidFill>
                <a:srgbClr val="FFFFFF"/>
              </a:solidFill>
              <a:latin typeface="Work Sans"/>
            </a:endParaRPr>
          </a:p>
          <a:p>
            <a:pPr>
              <a:defRPr/>
            </a:pPr>
            <a:endParaRPr lang="en-GB" sz="4000" b="1" u="sng" dirty="0">
              <a:solidFill>
                <a:srgbClr val="FFFFFF"/>
              </a:solidFill>
              <a:latin typeface="Work Sans"/>
            </a:endParaRPr>
          </a:p>
          <a:p>
            <a:endParaRPr lang="en-GB" sz="1800" dirty="0">
              <a:solidFill>
                <a:srgbClr val="FFFFFF"/>
              </a:solidFill>
              <a:latin typeface="Work Sans"/>
            </a:endParaRPr>
          </a:p>
          <a:p>
            <a:r>
              <a:rPr lang="en-GB" sz="3200" dirty="0">
                <a:solidFill>
                  <a:srgbClr val="FFFFFF"/>
                </a:solidFill>
                <a:latin typeface="Work Sans"/>
              </a:rPr>
              <a:t>The system records user performance for up to three quiz attempts per topic.</a:t>
            </a:r>
          </a:p>
          <a:p>
            <a:endParaRPr lang="en-GB" sz="3200" dirty="0">
              <a:solidFill>
                <a:srgbClr val="FFFFFF"/>
              </a:solidFill>
              <a:latin typeface="Work Sans"/>
            </a:endParaRPr>
          </a:p>
          <a:p>
            <a:r>
              <a:rPr lang="en-GB" sz="3200" dirty="0">
                <a:solidFill>
                  <a:srgbClr val="FFFFFF"/>
                </a:solidFill>
                <a:latin typeface="Work Sans"/>
              </a:rPr>
              <a:t>Quiz scores are stored and analysed to measure learning improvement over time.</a:t>
            </a:r>
          </a:p>
          <a:p>
            <a:endParaRPr lang="en-GB" sz="3200" dirty="0">
              <a:solidFill>
                <a:srgbClr val="FFFFFF"/>
              </a:solidFill>
              <a:latin typeface="Work Sans"/>
            </a:endParaRPr>
          </a:p>
          <a:p>
            <a:r>
              <a:rPr lang="en-GB" sz="3200" dirty="0">
                <a:solidFill>
                  <a:srgbClr val="FFFFFF"/>
                </a:solidFill>
                <a:latin typeface="Work Sans"/>
              </a:rPr>
              <a:t>A performance graph is generated to visually represent progress across quizzes.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Work Sans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F2B500-B139-4229-AE7B-0BE5F0DC1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6084" y="461008"/>
            <a:ext cx="7977116" cy="936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892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233</Words>
  <Application>Microsoft Office PowerPoint</Application>
  <PresentationFormat>Custom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Work Sans</vt:lpstr>
      <vt:lpstr>Calibri</vt:lpstr>
      <vt:lpstr>Arial</vt:lpstr>
      <vt:lpstr>Glock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Cybersecurity Seminar Slides</dc:title>
  <dc:creator>Bhavesh Upadhyay</dc:creator>
  <cp:lastModifiedBy>Kunsh Sabharwal</cp:lastModifiedBy>
  <cp:revision>8</cp:revision>
  <dcterms:created xsi:type="dcterms:W3CDTF">2006-08-16T00:00:00Z</dcterms:created>
  <dcterms:modified xsi:type="dcterms:W3CDTF">2026-01-16T10:18:30Z</dcterms:modified>
  <dc:identifier>DAG-jxU3LPg</dc:identifier>
</cp:coreProperties>
</file>